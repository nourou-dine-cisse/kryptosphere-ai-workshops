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3" r:id="rId4"/>
    <p:sldId id="274" r:id="rId5"/>
    <p:sldId id="276" r:id="rId6"/>
    <p:sldId id="258" r:id="rId7"/>
    <p:sldId id="275" r:id="rId8"/>
    <p:sldId id="260" r:id="rId9"/>
    <p:sldId id="261" r:id="rId10"/>
    <p:sldId id="263" r:id="rId11"/>
    <p:sldId id="265" r:id="rId12"/>
    <p:sldId id="267" r:id="rId13"/>
    <p:sldId id="271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>
      <p:cViewPr varScale="1">
        <p:scale>
          <a:sx n="100" d="100"/>
          <a:sy n="100" d="100"/>
        </p:scale>
        <p:origin x="368" y="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0386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7885" y="254888"/>
            <a:ext cx="10476229" cy="1947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3787" y="2623184"/>
            <a:ext cx="9610725" cy="2734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1027" y="1481137"/>
            <a:ext cx="4194175" cy="975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200" spc="-310" dirty="0">
                <a:solidFill>
                  <a:srgbClr val="FFFFFF"/>
                </a:solidFill>
              </a:rPr>
              <a:t>Formation</a:t>
            </a:r>
            <a:r>
              <a:rPr sz="6200" spc="-660" dirty="0">
                <a:solidFill>
                  <a:srgbClr val="FFFFFF"/>
                </a:solidFill>
              </a:rPr>
              <a:t> </a:t>
            </a:r>
            <a:r>
              <a:rPr sz="6200" dirty="0">
                <a:solidFill>
                  <a:srgbClr val="FFFFFF"/>
                </a:solidFill>
              </a:rPr>
              <a:t>3</a:t>
            </a:r>
            <a:r>
              <a:rPr sz="6200" spc="-695" dirty="0">
                <a:solidFill>
                  <a:srgbClr val="FFFFFF"/>
                </a:solidFill>
              </a:rPr>
              <a:t> </a:t>
            </a:r>
            <a:r>
              <a:rPr sz="6200" spc="-805" dirty="0">
                <a:solidFill>
                  <a:srgbClr val="FFFFFF"/>
                </a:solidFill>
              </a:rPr>
              <a:t>:</a:t>
            </a:r>
            <a:endParaRPr sz="6200"/>
          </a:p>
        </p:txBody>
      </p:sp>
      <p:sp>
        <p:nvSpPr>
          <p:cNvPr id="4" name="object 4"/>
          <p:cNvSpPr txBox="1"/>
          <p:nvPr/>
        </p:nvSpPr>
        <p:spPr>
          <a:xfrm>
            <a:off x="1314703" y="2482278"/>
            <a:ext cx="3482975" cy="15271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algn="r">
              <a:lnSpc>
                <a:spcPts val="5890"/>
              </a:lnSpc>
              <a:spcBef>
                <a:spcPts val="130"/>
              </a:spcBef>
            </a:pPr>
            <a:r>
              <a:rPr sz="5000" spc="-254" dirty="0">
                <a:solidFill>
                  <a:srgbClr val="FFFFFF"/>
                </a:solidFill>
                <a:latin typeface="Trebuchet MS"/>
                <a:cs typeface="Trebuchet MS"/>
              </a:rPr>
              <a:t>Evaluation</a:t>
            </a:r>
            <a:r>
              <a:rPr sz="5000" spc="-50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000" spc="-65" dirty="0">
                <a:solidFill>
                  <a:srgbClr val="FFFFFF"/>
                </a:solidFill>
                <a:latin typeface="Trebuchet MS"/>
                <a:cs typeface="Trebuchet MS"/>
              </a:rPr>
              <a:t>du</a:t>
            </a:r>
            <a:endParaRPr sz="5000">
              <a:latin typeface="Trebuchet MS"/>
              <a:cs typeface="Trebuchet MS"/>
            </a:endParaRPr>
          </a:p>
          <a:p>
            <a:pPr marR="8890" algn="r">
              <a:lnSpc>
                <a:spcPts val="5890"/>
              </a:lnSpc>
            </a:pPr>
            <a:r>
              <a:rPr sz="5000" spc="-55" dirty="0">
                <a:solidFill>
                  <a:srgbClr val="FFFFFF"/>
                </a:solidFill>
                <a:latin typeface="Trebuchet MS"/>
                <a:cs typeface="Trebuchet MS"/>
              </a:rPr>
              <a:t>modèle</a:t>
            </a:r>
            <a:endParaRPr sz="50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40426" y="1266825"/>
            <a:ext cx="6437630" cy="5588635"/>
            <a:chOff x="5440426" y="1266825"/>
            <a:chExt cx="6437630" cy="5588635"/>
          </a:xfrm>
        </p:grpSpPr>
        <p:sp>
          <p:nvSpPr>
            <p:cNvPr id="6" name="object 6"/>
            <p:cNvSpPr/>
            <p:nvPr/>
          </p:nvSpPr>
          <p:spPr>
            <a:xfrm>
              <a:off x="5453126" y="1595500"/>
              <a:ext cx="0" cy="5259705"/>
            </a:xfrm>
            <a:custGeom>
              <a:avLst/>
              <a:gdLst/>
              <a:ahLst/>
              <a:cxnLst/>
              <a:rect l="l" t="t" r="r" b="b"/>
              <a:pathLst>
                <a:path h="5259705">
                  <a:moveTo>
                    <a:pt x="0" y="0"/>
                  </a:moveTo>
                  <a:lnTo>
                    <a:pt x="0" y="525969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7950" y="1600200"/>
              <a:ext cx="4724400" cy="47148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15725" y="1266825"/>
              <a:ext cx="133350" cy="1428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53850" y="1657350"/>
              <a:ext cx="123825" cy="1333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4375" y="2917888"/>
            <a:ext cx="155638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spc="-195" dirty="0">
                <a:latin typeface="Trebuchet MS"/>
                <a:cs typeface="Trebuchet MS"/>
              </a:rPr>
              <a:t>Plan</a:t>
            </a:r>
            <a:r>
              <a:rPr sz="5400" spc="-595" dirty="0">
                <a:latin typeface="Trebuchet MS"/>
                <a:cs typeface="Trebuchet MS"/>
              </a:rPr>
              <a:t> </a:t>
            </a:r>
            <a:r>
              <a:rPr sz="5400" spc="-730" dirty="0">
                <a:latin typeface="Trebuchet MS"/>
                <a:cs typeface="Trebuchet MS"/>
              </a:rPr>
              <a:t>:</a:t>
            </a:r>
            <a:endParaRPr sz="54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86300" y="514350"/>
            <a:ext cx="6905625" cy="0"/>
          </a:xfrm>
          <a:custGeom>
            <a:avLst/>
            <a:gdLst/>
            <a:ahLst/>
            <a:cxnLst/>
            <a:rect l="l" t="t" r="r" b="b"/>
            <a:pathLst>
              <a:path w="6905625">
                <a:moveTo>
                  <a:pt x="0" y="0"/>
                </a:moveTo>
                <a:lnTo>
                  <a:pt x="6905625" y="0"/>
                </a:lnTo>
              </a:path>
            </a:pathLst>
          </a:custGeom>
          <a:ln w="19050">
            <a:solidFill>
              <a:srgbClr val="E970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42890" y="571563"/>
            <a:ext cx="4947920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fr-FR" sz="4250" spc="-200" dirty="0"/>
              <a:t>Introduction au ML</a:t>
            </a:r>
            <a:endParaRPr sz="4250" dirty="0"/>
          </a:p>
        </p:txBody>
      </p:sp>
      <p:sp>
        <p:nvSpPr>
          <p:cNvPr id="5" name="object 5"/>
          <p:cNvSpPr/>
          <p:nvPr/>
        </p:nvSpPr>
        <p:spPr>
          <a:xfrm>
            <a:off x="4686299" y="2293133"/>
            <a:ext cx="6905625" cy="0"/>
          </a:xfrm>
          <a:custGeom>
            <a:avLst/>
            <a:gdLst/>
            <a:ahLst/>
            <a:cxnLst/>
            <a:rect l="l" t="t" r="r" b="b"/>
            <a:pathLst>
              <a:path w="6905625">
                <a:moveTo>
                  <a:pt x="0" y="0"/>
                </a:moveTo>
                <a:lnTo>
                  <a:pt x="6905625" y="0"/>
                </a:lnTo>
              </a:path>
            </a:pathLst>
          </a:custGeom>
          <a:ln w="19050">
            <a:solidFill>
              <a:srgbClr val="186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54928" y="1387730"/>
            <a:ext cx="4965065" cy="679032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595"/>
              </a:spcBef>
            </a:pPr>
            <a:r>
              <a:rPr lang="fr-FR" sz="4250" spc="55" dirty="0">
                <a:latin typeface="Trebuchet MS"/>
                <a:cs typeface="Trebuchet MS"/>
              </a:rPr>
              <a:t>Preprocessing</a:t>
            </a:r>
            <a:endParaRPr sz="425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86299" y="4866530"/>
            <a:ext cx="6905625" cy="0"/>
          </a:xfrm>
          <a:custGeom>
            <a:avLst/>
            <a:gdLst/>
            <a:ahLst/>
            <a:cxnLst/>
            <a:rect l="l" t="t" r="r" b="b"/>
            <a:pathLst>
              <a:path w="6905625">
                <a:moveTo>
                  <a:pt x="0" y="0"/>
                </a:moveTo>
                <a:lnTo>
                  <a:pt x="6905625" y="0"/>
                </a:lnTo>
              </a:path>
            </a:pathLst>
          </a:custGeom>
          <a:ln w="19050">
            <a:solidFill>
              <a:srgbClr val="0E9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B8C7A302-714C-84CE-E65A-7B0EE5B8E20A}"/>
              </a:ext>
            </a:extLst>
          </p:cNvPr>
          <p:cNvSpPr/>
          <p:nvPr/>
        </p:nvSpPr>
        <p:spPr>
          <a:xfrm>
            <a:off x="4686300" y="1447800"/>
            <a:ext cx="6905625" cy="0"/>
          </a:xfrm>
          <a:custGeom>
            <a:avLst/>
            <a:gdLst/>
            <a:ahLst/>
            <a:cxnLst/>
            <a:rect l="l" t="t" r="r" b="b"/>
            <a:pathLst>
              <a:path w="6905625">
                <a:moveTo>
                  <a:pt x="0" y="0"/>
                </a:moveTo>
                <a:lnTo>
                  <a:pt x="6905625" y="0"/>
                </a:lnTo>
              </a:path>
            </a:pathLst>
          </a:custGeom>
          <a:ln w="19050">
            <a:solidFill>
              <a:srgbClr val="186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04181B80-B235-E329-1CC7-92F675866B93}"/>
              </a:ext>
            </a:extLst>
          </p:cNvPr>
          <p:cNvSpPr txBox="1"/>
          <p:nvPr/>
        </p:nvSpPr>
        <p:spPr>
          <a:xfrm>
            <a:off x="4686300" y="3292199"/>
            <a:ext cx="4965065" cy="1281761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595"/>
              </a:spcBef>
            </a:pPr>
            <a:r>
              <a:rPr lang="fr-FR" sz="4250" spc="55" dirty="0">
                <a:latin typeface="Trebuchet MS"/>
                <a:cs typeface="Trebuchet MS"/>
              </a:rPr>
              <a:t>Entraînement du modèle</a:t>
            </a:r>
            <a:endParaRPr sz="4250" dirty="0">
              <a:latin typeface="Trebuchet MS"/>
              <a:cs typeface="Trebuchet MS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19661A77-82FD-A46C-D6C8-6B9F076C16A1}"/>
              </a:ext>
            </a:extLst>
          </p:cNvPr>
          <p:cNvSpPr txBox="1"/>
          <p:nvPr/>
        </p:nvSpPr>
        <p:spPr>
          <a:xfrm>
            <a:off x="4686300" y="2346838"/>
            <a:ext cx="4965065" cy="679032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595"/>
              </a:spcBef>
            </a:pPr>
            <a:r>
              <a:rPr lang="fr-FR" sz="4250" spc="55" dirty="0">
                <a:latin typeface="Trebuchet MS"/>
                <a:cs typeface="Trebuchet MS"/>
              </a:rPr>
              <a:t>Split en train/test</a:t>
            </a:r>
            <a:endParaRPr sz="4250" dirty="0">
              <a:latin typeface="Trebuchet MS"/>
              <a:cs typeface="Trebuchet MS"/>
            </a:endParaRP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AE01091F-81F1-E276-73A4-781A6E41D2C2}"/>
              </a:ext>
            </a:extLst>
          </p:cNvPr>
          <p:cNvSpPr/>
          <p:nvPr/>
        </p:nvSpPr>
        <p:spPr>
          <a:xfrm>
            <a:off x="4495800" y="3272334"/>
            <a:ext cx="6905625" cy="0"/>
          </a:xfrm>
          <a:custGeom>
            <a:avLst/>
            <a:gdLst/>
            <a:ahLst/>
            <a:cxnLst/>
            <a:rect l="l" t="t" r="r" b="b"/>
            <a:pathLst>
              <a:path w="6905625">
                <a:moveTo>
                  <a:pt x="0" y="0"/>
                </a:moveTo>
                <a:lnTo>
                  <a:pt x="6905625" y="0"/>
                </a:lnTo>
              </a:path>
            </a:pathLst>
          </a:custGeom>
          <a:ln w="19050">
            <a:solidFill>
              <a:srgbClr val="0E9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1141EF6E-CEAD-0F40-726B-86DC8B4CF98C}"/>
              </a:ext>
            </a:extLst>
          </p:cNvPr>
          <p:cNvSpPr txBox="1"/>
          <p:nvPr/>
        </p:nvSpPr>
        <p:spPr>
          <a:xfrm>
            <a:off x="4686300" y="4866530"/>
            <a:ext cx="4965065" cy="1281761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595"/>
              </a:spcBef>
            </a:pPr>
            <a:r>
              <a:rPr lang="fr-FR" sz="4250" spc="55" dirty="0">
                <a:latin typeface="Trebuchet MS"/>
                <a:cs typeface="Trebuchet MS"/>
              </a:rPr>
              <a:t>Evaluation et amélioration </a:t>
            </a:r>
            <a:endParaRPr sz="42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DD7058-FF9E-1466-6477-797CA474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37E6DBC4-5BA8-5335-503F-C55A9A81E1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22" y="0"/>
            <a:ext cx="102853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60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65920F-57D7-3938-EDAE-5D1C0D814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fruit, capture d’écran, fraise&#10;&#10;Le contenu généré par l’IA peut être incorrect.">
            <a:extLst>
              <a:ext uri="{FF2B5EF4-FFF2-40B4-BE49-F238E27FC236}">
                <a16:creationId xmlns:a16="http://schemas.microsoft.com/office/drawing/2014/main" id="{9452D459-E140-6241-8DF4-51F81098E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75" y="176212"/>
            <a:ext cx="8096250" cy="650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19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78F8AD-D19B-29C7-32FE-E974FF1F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BA0E227D-6DA5-8EBE-034B-B9598F040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12192000" cy="56388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A734A9F-7386-F6CF-6E1D-3196BEC8CF5B}"/>
              </a:ext>
            </a:extLst>
          </p:cNvPr>
          <p:cNvSpPr txBox="1"/>
          <p:nvPr/>
        </p:nvSpPr>
        <p:spPr>
          <a:xfrm>
            <a:off x="1066800" y="152400"/>
            <a:ext cx="982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Trebuchet MS" panose="020B0603020202020204" pitchFamily="34" charset="0"/>
              </a:rPr>
              <a:t>L’étape la plus importante du ML : </a:t>
            </a:r>
          </a:p>
        </p:txBody>
      </p:sp>
    </p:spTree>
    <p:extLst>
      <p:ext uri="{BB962C8B-B14F-4D97-AF65-F5344CB8AC3E}">
        <p14:creationId xmlns:p14="http://schemas.microsoft.com/office/powerpoint/2010/main" val="1070422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8446" y="2536412"/>
            <a:ext cx="3286760" cy="86995"/>
            <a:chOff x="628446" y="2536412"/>
            <a:chExt cx="3286760" cy="86995"/>
          </a:xfrm>
        </p:grpSpPr>
        <p:sp>
          <p:nvSpPr>
            <p:cNvPr id="3" name="object 3"/>
            <p:cNvSpPr/>
            <p:nvPr/>
          </p:nvSpPr>
          <p:spPr>
            <a:xfrm>
              <a:off x="647700" y="2560500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7496" y="2555462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4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5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10247" y="2796603"/>
            <a:ext cx="290449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75" dirty="0">
                <a:latin typeface="Trebuchet MS"/>
                <a:cs typeface="Trebuchet MS"/>
              </a:rPr>
              <a:t>Training</a:t>
            </a:r>
            <a:r>
              <a:rPr sz="2150" spc="-165" dirty="0">
                <a:latin typeface="Trebuchet MS"/>
                <a:cs typeface="Trebuchet MS"/>
              </a:rPr>
              <a:t> </a:t>
            </a:r>
            <a:r>
              <a:rPr sz="2150" dirty="0">
                <a:latin typeface="Trebuchet MS"/>
                <a:cs typeface="Trebuchet MS"/>
              </a:rPr>
              <a:t>set</a:t>
            </a:r>
            <a:r>
              <a:rPr sz="2150" spc="-180" dirty="0">
                <a:latin typeface="Trebuchet MS"/>
                <a:cs typeface="Trebuchet MS"/>
              </a:rPr>
              <a:t> </a:t>
            </a:r>
            <a:r>
              <a:rPr sz="2150" dirty="0">
                <a:latin typeface="Trebuchet MS"/>
                <a:cs typeface="Trebuchet MS"/>
              </a:rPr>
              <a:t>vs</a:t>
            </a:r>
            <a:r>
              <a:rPr sz="2150" spc="-75" dirty="0">
                <a:latin typeface="Trebuchet MS"/>
                <a:cs typeface="Trebuchet MS"/>
              </a:rPr>
              <a:t> </a:t>
            </a:r>
            <a:r>
              <a:rPr sz="2150" spc="-110" dirty="0">
                <a:latin typeface="Trebuchet MS"/>
                <a:cs typeface="Trebuchet MS"/>
              </a:rPr>
              <a:t>Test</a:t>
            </a:r>
            <a:r>
              <a:rPr sz="2150" spc="-185" dirty="0">
                <a:latin typeface="Trebuchet MS"/>
                <a:cs typeface="Trebuchet MS"/>
              </a:rPr>
              <a:t> </a:t>
            </a:r>
            <a:r>
              <a:rPr sz="2150" spc="-25" dirty="0">
                <a:latin typeface="Trebuchet MS"/>
                <a:cs typeface="Trebuchet MS"/>
              </a:rPr>
              <a:t>set</a:t>
            </a:r>
            <a:endParaRPr sz="21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8161" y="874438"/>
            <a:ext cx="7892021" cy="40289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DA2659-31EF-BD98-CC6A-D6D7A0571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texte, capture d’écran, logiciel, affichage&#10;&#10;Le contenu généré par l’IA peut être incorrect.">
            <a:extLst>
              <a:ext uri="{FF2B5EF4-FFF2-40B4-BE49-F238E27FC236}">
                <a16:creationId xmlns:a16="http://schemas.microsoft.com/office/drawing/2014/main" id="{722047B6-68AF-A567-7449-E19F926FB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187" y="509587"/>
            <a:ext cx="8429625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37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1369" y="2470785"/>
            <a:ext cx="4511675" cy="563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spc="-235" dirty="0">
                <a:solidFill>
                  <a:srgbClr val="FFFFFF"/>
                </a:solidFill>
              </a:rPr>
              <a:t>Underfitting</a:t>
            </a:r>
            <a:r>
              <a:rPr sz="3500" spc="-290" dirty="0">
                <a:solidFill>
                  <a:srgbClr val="FFFFFF"/>
                </a:solidFill>
              </a:rPr>
              <a:t> </a:t>
            </a:r>
            <a:r>
              <a:rPr sz="3500" spc="-260" dirty="0">
                <a:solidFill>
                  <a:srgbClr val="FFFFFF"/>
                </a:solidFill>
              </a:rPr>
              <a:t>et</a:t>
            </a:r>
            <a:r>
              <a:rPr sz="3500" spc="-345" dirty="0">
                <a:solidFill>
                  <a:srgbClr val="FFFFFF"/>
                </a:solidFill>
              </a:rPr>
              <a:t> </a:t>
            </a:r>
            <a:r>
              <a:rPr sz="3500" spc="-215" dirty="0">
                <a:solidFill>
                  <a:srgbClr val="FFFFFF"/>
                </a:solidFill>
              </a:rPr>
              <a:t>Overfitting</a:t>
            </a:r>
            <a:endParaRPr sz="3500"/>
          </a:p>
        </p:txBody>
      </p:sp>
      <p:pic>
        <p:nvPicPr>
          <p:cNvPr id="10" name="Image 9" descr="Une image contenant texte, diagramme, ligne, Police&#10;&#10;Le contenu généré par l’IA peut être incorrect.">
            <a:extLst>
              <a:ext uri="{FF2B5EF4-FFF2-40B4-BE49-F238E27FC236}">
                <a16:creationId xmlns:a16="http://schemas.microsoft.com/office/drawing/2014/main" id="{03F2E83C-BA35-2B62-EA8B-6AF660849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776" y="807493"/>
            <a:ext cx="9312447" cy="52430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885" y="254888"/>
            <a:ext cx="10476229" cy="1117677"/>
          </a:xfrm>
          <a:prstGeom prst="rect">
            <a:avLst/>
          </a:prstGeom>
        </p:spPr>
        <p:txBody>
          <a:bodyPr vert="horz" wrap="square" lIns="0" tIns="268668" rIns="0" bIns="0" rtlCol="0">
            <a:spAutoFit/>
          </a:bodyPr>
          <a:lstStyle/>
          <a:p>
            <a:pPr marL="2185035" marR="5080" indent="-2172335">
              <a:lnSpc>
                <a:spcPts val="6609"/>
              </a:lnSpc>
              <a:spcBef>
                <a:spcPts val="890"/>
              </a:spcBef>
            </a:pPr>
            <a:r>
              <a:rPr sz="6050" spc="-265" dirty="0"/>
              <a:t>Evaluer</a:t>
            </a:r>
            <a:r>
              <a:rPr sz="6050" spc="-620" dirty="0"/>
              <a:t> </a:t>
            </a:r>
            <a:r>
              <a:rPr sz="6050" spc="-240" dirty="0"/>
              <a:t>un</a:t>
            </a:r>
            <a:r>
              <a:rPr sz="6050" spc="-585" dirty="0"/>
              <a:t> </a:t>
            </a:r>
            <a:r>
              <a:rPr sz="6050" spc="-254" dirty="0"/>
              <a:t>modèle</a:t>
            </a:r>
            <a:r>
              <a:rPr sz="6050" spc="-590" dirty="0"/>
              <a:t> </a:t>
            </a:r>
            <a:r>
              <a:rPr sz="6050" spc="-270" dirty="0"/>
              <a:t>de</a:t>
            </a:r>
            <a:r>
              <a:rPr sz="6050" spc="-610" dirty="0"/>
              <a:t> </a:t>
            </a:r>
            <a:r>
              <a:rPr sz="6050" spc="-229" dirty="0"/>
              <a:t>régression</a:t>
            </a:r>
            <a:r>
              <a:rPr sz="6050" spc="-600" dirty="0"/>
              <a:t> </a:t>
            </a:r>
            <a:r>
              <a:rPr sz="6050" spc="-785" dirty="0"/>
              <a:t>: </a:t>
            </a:r>
            <a:endParaRPr sz="6050" dirty="0"/>
          </a:p>
        </p:txBody>
      </p:sp>
      <p:grpSp>
        <p:nvGrpSpPr>
          <p:cNvPr id="3" name="object 3"/>
          <p:cNvGrpSpPr/>
          <p:nvPr/>
        </p:nvGrpSpPr>
        <p:grpSpPr>
          <a:xfrm>
            <a:off x="3788726" y="1600200"/>
            <a:ext cx="4614545" cy="98425"/>
            <a:chOff x="3789108" y="2308748"/>
            <a:chExt cx="4614545" cy="98425"/>
          </a:xfrm>
        </p:grpSpPr>
        <p:sp>
          <p:nvSpPr>
            <p:cNvPr id="4" name="object 4"/>
            <p:cNvSpPr/>
            <p:nvPr/>
          </p:nvSpPr>
          <p:spPr>
            <a:xfrm>
              <a:off x="3809492" y="2328808"/>
              <a:ext cx="4572635" cy="50165"/>
            </a:xfrm>
            <a:custGeom>
              <a:avLst/>
              <a:gdLst/>
              <a:ahLst/>
              <a:cxnLst/>
              <a:rect l="l" t="t" r="r" b="b"/>
              <a:pathLst>
                <a:path w="4572634" h="50164">
                  <a:moveTo>
                    <a:pt x="1921998" y="0"/>
                  </a:moveTo>
                  <a:lnTo>
                    <a:pt x="1873880" y="58"/>
                  </a:lnTo>
                  <a:lnTo>
                    <a:pt x="1826444" y="925"/>
                  </a:lnTo>
                  <a:lnTo>
                    <a:pt x="1779512" y="2692"/>
                  </a:lnTo>
                  <a:lnTo>
                    <a:pt x="1732905" y="5455"/>
                  </a:lnTo>
                  <a:lnTo>
                    <a:pt x="1686444" y="9307"/>
                  </a:lnTo>
                  <a:lnTo>
                    <a:pt x="1639951" y="14341"/>
                  </a:lnTo>
                  <a:lnTo>
                    <a:pt x="1586750" y="19436"/>
                  </a:lnTo>
                  <a:lnTo>
                    <a:pt x="1536688" y="21745"/>
                  </a:lnTo>
                  <a:lnTo>
                    <a:pt x="1488861" y="21857"/>
                  </a:lnTo>
                  <a:lnTo>
                    <a:pt x="1442365" y="20360"/>
                  </a:lnTo>
                  <a:lnTo>
                    <a:pt x="1396296" y="17845"/>
                  </a:lnTo>
                  <a:lnTo>
                    <a:pt x="1301824" y="12113"/>
                  </a:lnTo>
                  <a:lnTo>
                    <a:pt x="1251613" y="10075"/>
                  </a:lnTo>
                  <a:lnTo>
                    <a:pt x="1198212" y="9374"/>
                  </a:lnTo>
                  <a:lnTo>
                    <a:pt x="1140719" y="10600"/>
                  </a:lnTo>
                  <a:lnTo>
                    <a:pt x="1078230" y="14341"/>
                  </a:lnTo>
                  <a:lnTo>
                    <a:pt x="1011887" y="19292"/>
                  </a:lnTo>
                  <a:lnTo>
                    <a:pt x="955022" y="22802"/>
                  </a:lnTo>
                  <a:lnTo>
                    <a:pt x="905310" y="24998"/>
                  </a:lnTo>
                  <a:lnTo>
                    <a:pt x="860423" y="26009"/>
                  </a:lnTo>
                  <a:lnTo>
                    <a:pt x="818038" y="25961"/>
                  </a:lnTo>
                  <a:lnTo>
                    <a:pt x="775828" y="24984"/>
                  </a:lnTo>
                  <a:lnTo>
                    <a:pt x="731468" y="23206"/>
                  </a:lnTo>
                  <a:lnTo>
                    <a:pt x="562229" y="14341"/>
                  </a:lnTo>
                  <a:lnTo>
                    <a:pt x="499676" y="11427"/>
                  </a:lnTo>
                  <a:lnTo>
                    <a:pt x="439525" y="9178"/>
                  </a:lnTo>
                  <a:lnTo>
                    <a:pt x="381742" y="7567"/>
                  </a:lnTo>
                  <a:lnTo>
                    <a:pt x="326291" y="6566"/>
                  </a:lnTo>
                  <a:lnTo>
                    <a:pt x="273137" y="6148"/>
                  </a:lnTo>
                  <a:lnTo>
                    <a:pt x="222247" y="6286"/>
                  </a:lnTo>
                  <a:lnTo>
                    <a:pt x="173583" y="6951"/>
                  </a:lnTo>
                  <a:lnTo>
                    <a:pt x="127113" y="8117"/>
                  </a:lnTo>
                  <a:lnTo>
                    <a:pt x="82800" y="9755"/>
                  </a:lnTo>
                  <a:lnTo>
                    <a:pt x="40610" y="11839"/>
                  </a:lnTo>
                  <a:lnTo>
                    <a:pt x="508" y="14341"/>
                  </a:lnTo>
                  <a:lnTo>
                    <a:pt x="0" y="22850"/>
                  </a:lnTo>
                  <a:lnTo>
                    <a:pt x="1270" y="25644"/>
                  </a:lnTo>
                  <a:lnTo>
                    <a:pt x="508" y="33391"/>
                  </a:lnTo>
                  <a:lnTo>
                    <a:pt x="58145" y="28945"/>
                  </a:lnTo>
                  <a:lnTo>
                    <a:pt x="111072" y="26286"/>
                  </a:lnTo>
                  <a:lnTo>
                    <a:pt x="160418" y="25112"/>
                  </a:lnTo>
                  <a:lnTo>
                    <a:pt x="207318" y="25127"/>
                  </a:lnTo>
                  <a:lnTo>
                    <a:pt x="252904" y="26031"/>
                  </a:lnTo>
                  <a:lnTo>
                    <a:pt x="298308" y="27526"/>
                  </a:lnTo>
                  <a:lnTo>
                    <a:pt x="393098" y="31089"/>
                  </a:lnTo>
                  <a:lnTo>
                    <a:pt x="444750" y="32561"/>
                  </a:lnTo>
                  <a:lnTo>
                    <a:pt x="500749" y="33428"/>
                  </a:lnTo>
                  <a:lnTo>
                    <a:pt x="562229" y="33391"/>
                  </a:lnTo>
                  <a:lnTo>
                    <a:pt x="619171" y="32654"/>
                  </a:lnTo>
                  <a:lnTo>
                    <a:pt x="672135" y="31609"/>
                  </a:lnTo>
                  <a:lnTo>
                    <a:pt x="861187" y="27009"/>
                  </a:lnTo>
                  <a:lnTo>
                    <a:pt x="906990" y="26415"/>
                  </a:lnTo>
                  <a:lnTo>
                    <a:pt x="953906" y="26307"/>
                  </a:lnTo>
                  <a:lnTo>
                    <a:pt x="1002784" y="26819"/>
                  </a:lnTo>
                  <a:lnTo>
                    <a:pt x="1054471" y="28082"/>
                  </a:lnTo>
                  <a:lnTo>
                    <a:pt x="1109817" y="30228"/>
                  </a:lnTo>
                  <a:lnTo>
                    <a:pt x="1223815" y="36364"/>
                  </a:lnTo>
                  <a:lnTo>
                    <a:pt x="1279016" y="38909"/>
                  </a:lnTo>
                  <a:lnTo>
                    <a:pt x="1334845" y="41020"/>
                  </a:lnTo>
                  <a:lnTo>
                    <a:pt x="1390877" y="42688"/>
                  </a:lnTo>
                  <a:lnTo>
                    <a:pt x="1446685" y="43907"/>
                  </a:lnTo>
                  <a:lnTo>
                    <a:pt x="1501843" y="44668"/>
                  </a:lnTo>
                  <a:lnTo>
                    <a:pt x="1555924" y="44964"/>
                  </a:lnTo>
                  <a:lnTo>
                    <a:pt x="1608503" y="44788"/>
                  </a:lnTo>
                  <a:lnTo>
                    <a:pt x="1659153" y="44131"/>
                  </a:lnTo>
                  <a:lnTo>
                    <a:pt x="1707448" y="42988"/>
                  </a:lnTo>
                  <a:lnTo>
                    <a:pt x="1752961" y="41350"/>
                  </a:lnTo>
                  <a:lnTo>
                    <a:pt x="1795267" y="39209"/>
                  </a:lnTo>
                  <a:lnTo>
                    <a:pt x="1833939" y="36559"/>
                  </a:lnTo>
                  <a:lnTo>
                    <a:pt x="1868551" y="33391"/>
                  </a:lnTo>
                  <a:lnTo>
                    <a:pt x="1906726" y="30631"/>
                  </a:lnTo>
                  <a:lnTo>
                    <a:pt x="1940185" y="30598"/>
                  </a:lnTo>
                  <a:lnTo>
                    <a:pt x="1971080" y="32566"/>
                  </a:lnTo>
                  <a:lnTo>
                    <a:pt x="2001567" y="35811"/>
                  </a:lnTo>
                  <a:lnTo>
                    <a:pt x="2033797" y="39608"/>
                  </a:lnTo>
                  <a:lnTo>
                    <a:pt x="2069926" y="43232"/>
                  </a:lnTo>
                  <a:lnTo>
                    <a:pt x="2112107" y="45958"/>
                  </a:lnTo>
                  <a:lnTo>
                    <a:pt x="2162494" y="47062"/>
                  </a:lnTo>
                  <a:lnTo>
                    <a:pt x="2223239" y="45819"/>
                  </a:lnTo>
                  <a:lnTo>
                    <a:pt x="2296499" y="41503"/>
                  </a:lnTo>
                  <a:lnTo>
                    <a:pt x="2384425" y="33391"/>
                  </a:lnTo>
                  <a:lnTo>
                    <a:pt x="2450948" y="26860"/>
                  </a:lnTo>
                  <a:lnTo>
                    <a:pt x="2510459" y="22167"/>
                  </a:lnTo>
                  <a:lnTo>
                    <a:pt x="2564020" y="19102"/>
                  </a:lnTo>
                  <a:lnTo>
                    <a:pt x="2612691" y="17456"/>
                  </a:lnTo>
                  <a:lnTo>
                    <a:pt x="2657536" y="17022"/>
                  </a:lnTo>
                  <a:lnTo>
                    <a:pt x="2699614" y="17590"/>
                  </a:lnTo>
                  <a:lnTo>
                    <a:pt x="2739988" y="18952"/>
                  </a:lnTo>
                  <a:lnTo>
                    <a:pt x="2779720" y="20899"/>
                  </a:lnTo>
                  <a:lnTo>
                    <a:pt x="2905676" y="28165"/>
                  </a:lnTo>
                  <a:lnTo>
                    <a:pt x="2953454" y="30367"/>
                  </a:lnTo>
                  <a:lnTo>
                    <a:pt x="3005897" y="32111"/>
                  </a:lnTo>
                  <a:lnTo>
                    <a:pt x="3064067" y="33189"/>
                  </a:lnTo>
                  <a:lnTo>
                    <a:pt x="3129026" y="33391"/>
                  </a:lnTo>
                  <a:lnTo>
                    <a:pt x="3194321" y="32811"/>
                  </a:lnTo>
                  <a:lnTo>
                    <a:pt x="3253361" y="31765"/>
                  </a:lnTo>
                  <a:lnTo>
                    <a:pt x="3307072" y="30379"/>
                  </a:lnTo>
                  <a:lnTo>
                    <a:pt x="3356383" y="28781"/>
                  </a:lnTo>
                  <a:lnTo>
                    <a:pt x="3487188" y="23978"/>
                  </a:lnTo>
                  <a:lnTo>
                    <a:pt x="3528171" y="22796"/>
                  </a:lnTo>
                  <a:lnTo>
                    <a:pt x="3569391" y="22034"/>
                  </a:lnTo>
                  <a:lnTo>
                    <a:pt x="3611776" y="21820"/>
                  </a:lnTo>
                  <a:lnTo>
                    <a:pt x="3656252" y="22279"/>
                  </a:lnTo>
                  <a:lnTo>
                    <a:pt x="3703748" y="23540"/>
                  </a:lnTo>
                  <a:lnTo>
                    <a:pt x="3755191" y="25727"/>
                  </a:lnTo>
                  <a:lnTo>
                    <a:pt x="3811508" y="28969"/>
                  </a:lnTo>
                  <a:lnTo>
                    <a:pt x="3873627" y="33391"/>
                  </a:lnTo>
                  <a:lnTo>
                    <a:pt x="3939279" y="38329"/>
                  </a:lnTo>
                  <a:lnTo>
                    <a:pt x="3997142" y="42342"/>
                  </a:lnTo>
                  <a:lnTo>
                    <a:pt x="4048557" y="45469"/>
                  </a:lnTo>
                  <a:lnTo>
                    <a:pt x="4094867" y="47753"/>
                  </a:lnTo>
                  <a:lnTo>
                    <a:pt x="4137414" y="49236"/>
                  </a:lnTo>
                  <a:lnTo>
                    <a:pt x="4177541" y="49959"/>
                  </a:lnTo>
                  <a:lnTo>
                    <a:pt x="4216590" y="49964"/>
                  </a:lnTo>
                  <a:lnTo>
                    <a:pt x="4255903" y="49293"/>
                  </a:lnTo>
                  <a:lnTo>
                    <a:pt x="4296823" y="47987"/>
                  </a:lnTo>
                  <a:lnTo>
                    <a:pt x="4340692" y="46087"/>
                  </a:lnTo>
                  <a:lnTo>
                    <a:pt x="4388853" y="43636"/>
                  </a:lnTo>
                  <a:lnTo>
                    <a:pt x="4572508" y="33391"/>
                  </a:lnTo>
                  <a:lnTo>
                    <a:pt x="4572381" y="26660"/>
                  </a:lnTo>
                  <a:lnTo>
                    <a:pt x="4572000" y="20818"/>
                  </a:lnTo>
                  <a:lnTo>
                    <a:pt x="4572508" y="14341"/>
                  </a:lnTo>
                  <a:lnTo>
                    <a:pt x="4502018" y="20035"/>
                  </a:lnTo>
                  <a:lnTo>
                    <a:pt x="4435275" y="24619"/>
                  </a:lnTo>
                  <a:lnTo>
                    <a:pt x="4372062" y="28174"/>
                  </a:lnTo>
                  <a:lnTo>
                    <a:pt x="4312162" y="30778"/>
                  </a:lnTo>
                  <a:lnTo>
                    <a:pt x="4255359" y="32511"/>
                  </a:lnTo>
                  <a:lnTo>
                    <a:pt x="4201437" y="33452"/>
                  </a:lnTo>
                  <a:lnTo>
                    <a:pt x="4150178" y="33682"/>
                  </a:lnTo>
                  <a:lnTo>
                    <a:pt x="4101366" y="33280"/>
                  </a:lnTo>
                  <a:lnTo>
                    <a:pt x="4054786" y="32325"/>
                  </a:lnTo>
                  <a:lnTo>
                    <a:pt x="4010219" y="30898"/>
                  </a:lnTo>
                  <a:lnTo>
                    <a:pt x="3967451" y="29076"/>
                  </a:lnTo>
                  <a:lnTo>
                    <a:pt x="3926263" y="26941"/>
                  </a:lnTo>
                  <a:lnTo>
                    <a:pt x="3886441" y="24571"/>
                  </a:lnTo>
                  <a:lnTo>
                    <a:pt x="3736466" y="14341"/>
                  </a:lnTo>
                  <a:lnTo>
                    <a:pt x="3693343" y="12193"/>
                  </a:lnTo>
                  <a:lnTo>
                    <a:pt x="3646760" y="11162"/>
                  </a:lnTo>
                  <a:lnTo>
                    <a:pt x="3597300" y="11061"/>
                  </a:lnTo>
                  <a:lnTo>
                    <a:pt x="3545547" y="11703"/>
                  </a:lnTo>
                  <a:lnTo>
                    <a:pt x="3492086" y="12902"/>
                  </a:lnTo>
                  <a:lnTo>
                    <a:pt x="3272820" y="19516"/>
                  </a:lnTo>
                  <a:lnTo>
                    <a:pt x="3219567" y="20691"/>
                  </a:lnTo>
                  <a:lnTo>
                    <a:pt x="3168107" y="21300"/>
                  </a:lnTo>
                  <a:lnTo>
                    <a:pt x="3119023" y="21156"/>
                  </a:lnTo>
                  <a:lnTo>
                    <a:pt x="3072899" y="20073"/>
                  </a:lnTo>
                  <a:lnTo>
                    <a:pt x="3030319" y="17864"/>
                  </a:lnTo>
                  <a:lnTo>
                    <a:pt x="2951869" y="10608"/>
                  </a:lnTo>
                  <a:lnTo>
                    <a:pt x="2909571" y="8349"/>
                  </a:lnTo>
                  <a:lnTo>
                    <a:pt x="2865165" y="7340"/>
                  </a:lnTo>
                  <a:lnTo>
                    <a:pt x="2818844" y="7354"/>
                  </a:lnTo>
                  <a:lnTo>
                    <a:pt x="2770803" y="8168"/>
                  </a:lnTo>
                  <a:lnTo>
                    <a:pt x="2721234" y="9556"/>
                  </a:lnTo>
                  <a:lnTo>
                    <a:pt x="2565307" y="14916"/>
                  </a:lnTo>
                  <a:lnTo>
                    <a:pt x="2511570" y="16351"/>
                  </a:lnTo>
                  <a:lnTo>
                    <a:pt x="2457276" y="17237"/>
                  </a:lnTo>
                  <a:lnTo>
                    <a:pt x="2402617" y="17347"/>
                  </a:lnTo>
                  <a:lnTo>
                    <a:pt x="2347789" y="16456"/>
                  </a:lnTo>
                  <a:lnTo>
                    <a:pt x="2292985" y="14341"/>
                  </a:lnTo>
                  <a:lnTo>
                    <a:pt x="2124882" y="5970"/>
                  </a:lnTo>
                  <a:lnTo>
                    <a:pt x="2072242" y="3734"/>
                  </a:lnTo>
                  <a:lnTo>
                    <a:pt x="2021000" y="1931"/>
                  </a:lnTo>
                  <a:lnTo>
                    <a:pt x="1970979" y="655"/>
                  </a:lnTo>
                  <a:lnTo>
                    <a:pt x="1921998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746" y="2329386"/>
              <a:ext cx="4573270" cy="57150"/>
            </a:xfrm>
            <a:custGeom>
              <a:avLst/>
              <a:gdLst/>
              <a:ahLst/>
              <a:cxnLst/>
              <a:rect l="l" t="t" r="r" b="b"/>
              <a:pathLst>
                <a:path w="4573270" h="57150">
                  <a:moveTo>
                    <a:pt x="253" y="13763"/>
                  </a:moveTo>
                  <a:lnTo>
                    <a:pt x="35516" y="8479"/>
                  </a:lnTo>
                  <a:lnTo>
                    <a:pt x="77448" y="5460"/>
                  </a:lnTo>
                  <a:lnTo>
                    <a:pt x="124911" y="4298"/>
                  </a:lnTo>
                  <a:lnTo>
                    <a:pt x="176765" y="4583"/>
                  </a:lnTo>
                  <a:lnTo>
                    <a:pt x="231870" y="5905"/>
                  </a:lnTo>
                  <a:lnTo>
                    <a:pt x="289085" y="7856"/>
                  </a:lnTo>
                  <a:lnTo>
                    <a:pt x="347271" y="10027"/>
                  </a:lnTo>
                  <a:lnTo>
                    <a:pt x="405288" y="12007"/>
                  </a:lnTo>
                  <a:lnTo>
                    <a:pt x="461996" y="13389"/>
                  </a:lnTo>
                  <a:lnTo>
                    <a:pt x="516254" y="13763"/>
                  </a:lnTo>
                  <a:lnTo>
                    <a:pt x="568456" y="14010"/>
                  </a:lnTo>
                  <a:lnTo>
                    <a:pt x="619906" y="15068"/>
                  </a:lnTo>
                  <a:lnTo>
                    <a:pt x="670836" y="16611"/>
                  </a:lnTo>
                  <a:lnTo>
                    <a:pt x="721478" y="18317"/>
                  </a:lnTo>
                  <a:lnTo>
                    <a:pt x="772064" y="19859"/>
                  </a:lnTo>
                  <a:lnTo>
                    <a:pt x="822825" y="20914"/>
                  </a:lnTo>
                  <a:lnTo>
                    <a:pt x="873993" y="21156"/>
                  </a:lnTo>
                  <a:lnTo>
                    <a:pt x="925800" y="20261"/>
                  </a:lnTo>
                  <a:lnTo>
                    <a:pt x="978477" y="17905"/>
                  </a:lnTo>
                  <a:lnTo>
                    <a:pt x="1032255" y="13763"/>
                  </a:lnTo>
                  <a:lnTo>
                    <a:pt x="1078538" y="9788"/>
                  </a:lnTo>
                  <a:lnTo>
                    <a:pt x="1126578" y="6452"/>
                  </a:lnTo>
                  <a:lnTo>
                    <a:pt x="1176085" y="3780"/>
                  </a:lnTo>
                  <a:lnTo>
                    <a:pt x="1226768" y="1797"/>
                  </a:lnTo>
                  <a:lnTo>
                    <a:pt x="1278336" y="528"/>
                  </a:lnTo>
                  <a:lnTo>
                    <a:pt x="1330499" y="0"/>
                  </a:lnTo>
                  <a:lnTo>
                    <a:pt x="1382967" y="235"/>
                  </a:lnTo>
                  <a:lnTo>
                    <a:pt x="1435448" y="1261"/>
                  </a:lnTo>
                  <a:lnTo>
                    <a:pt x="1487652" y="3101"/>
                  </a:lnTo>
                  <a:lnTo>
                    <a:pt x="1539288" y="5782"/>
                  </a:lnTo>
                  <a:lnTo>
                    <a:pt x="1590067" y="9327"/>
                  </a:lnTo>
                  <a:lnTo>
                    <a:pt x="1639696" y="13763"/>
                  </a:lnTo>
                  <a:lnTo>
                    <a:pt x="1680492" y="17411"/>
                  </a:lnTo>
                  <a:lnTo>
                    <a:pt x="1724322" y="20531"/>
                  </a:lnTo>
                  <a:lnTo>
                    <a:pt x="1770779" y="23127"/>
                  </a:lnTo>
                  <a:lnTo>
                    <a:pt x="1819452" y="25197"/>
                  </a:lnTo>
                  <a:lnTo>
                    <a:pt x="1869933" y="26745"/>
                  </a:lnTo>
                  <a:lnTo>
                    <a:pt x="1921813" y="27772"/>
                  </a:lnTo>
                  <a:lnTo>
                    <a:pt x="1974683" y="28278"/>
                  </a:lnTo>
                  <a:lnTo>
                    <a:pt x="2028133" y="28265"/>
                  </a:lnTo>
                  <a:lnTo>
                    <a:pt x="2081754" y="27735"/>
                  </a:lnTo>
                  <a:lnTo>
                    <a:pt x="2135138" y="26689"/>
                  </a:lnTo>
                  <a:lnTo>
                    <a:pt x="2187874" y="25128"/>
                  </a:lnTo>
                  <a:lnTo>
                    <a:pt x="2239555" y="23053"/>
                  </a:lnTo>
                  <a:lnTo>
                    <a:pt x="2289771" y="20467"/>
                  </a:lnTo>
                  <a:lnTo>
                    <a:pt x="2338112" y="17370"/>
                  </a:lnTo>
                  <a:lnTo>
                    <a:pt x="2384170" y="13763"/>
                  </a:lnTo>
                  <a:lnTo>
                    <a:pt x="2442641" y="9129"/>
                  </a:lnTo>
                  <a:lnTo>
                    <a:pt x="2496543" y="5694"/>
                  </a:lnTo>
                  <a:lnTo>
                    <a:pt x="2546905" y="3369"/>
                  </a:lnTo>
                  <a:lnTo>
                    <a:pt x="2594757" y="2061"/>
                  </a:lnTo>
                  <a:lnTo>
                    <a:pt x="2641127" y="1680"/>
                  </a:lnTo>
                  <a:lnTo>
                    <a:pt x="2687046" y="2136"/>
                  </a:lnTo>
                  <a:lnTo>
                    <a:pt x="2733542" y="3336"/>
                  </a:lnTo>
                  <a:lnTo>
                    <a:pt x="2781646" y="5189"/>
                  </a:lnTo>
                  <a:lnTo>
                    <a:pt x="2832385" y="7606"/>
                  </a:lnTo>
                  <a:lnTo>
                    <a:pt x="2886791" y="10494"/>
                  </a:lnTo>
                  <a:lnTo>
                    <a:pt x="2945892" y="13763"/>
                  </a:lnTo>
                  <a:lnTo>
                    <a:pt x="3004672" y="17247"/>
                  </a:lnTo>
                  <a:lnTo>
                    <a:pt x="3058243" y="20693"/>
                  </a:lnTo>
                  <a:lnTo>
                    <a:pt x="3107829" y="23883"/>
                  </a:lnTo>
                  <a:lnTo>
                    <a:pt x="3154650" y="26595"/>
                  </a:lnTo>
                  <a:lnTo>
                    <a:pt x="3199928" y="28611"/>
                  </a:lnTo>
                  <a:lnTo>
                    <a:pt x="3244885" y="29710"/>
                  </a:lnTo>
                  <a:lnTo>
                    <a:pt x="3290743" y="29673"/>
                  </a:lnTo>
                  <a:lnTo>
                    <a:pt x="3338722" y="28279"/>
                  </a:lnTo>
                  <a:lnTo>
                    <a:pt x="3390046" y="25310"/>
                  </a:lnTo>
                  <a:lnTo>
                    <a:pt x="3445936" y="20544"/>
                  </a:lnTo>
                  <a:lnTo>
                    <a:pt x="3507612" y="13763"/>
                  </a:lnTo>
                  <a:lnTo>
                    <a:pt x="3542547" y="10153"/>
                  </a:lnTo>
                  <a:lnTo>
                    <a:pt x="3579257" y="7499"/>
                  </a:lnTo>
                  <a:lnTo>
                    <a:pt x="3617712" y="5705"/>
                  </a:lnTo>
                  <a:lnTo>
                    <a:pt x="3657879" y="4680"/>
                  </a:lnTo>
                  <a:lnTo>
                    <a:pt x="3699728" y="4327"/>
                  </a:lnTo>
                  <a:lnTo>
                    <a:pt x="3743227" y="4555"/>
                  </a:lnTo>
                  <a:lnTo>
                    <a:pt x="3788344" y="5268"/>
                  </a:lnTo>
                  <a:lnTo>
                    <a:pt x="3835047" y="6374"/>
                  </a:lnTo>
                  <a:lnTo>
                    <a:pt x="3883306" y="7778"/>
                  </a:lnTo>
                  <a:lnTo>
                    <a:pt x="3933089" y="9387"/>
                  </a:lnTo>
                  <a:lnTo>
                    <a:pt x="3984364" y="11107"/>
                  </a:lnTo>
                  <a:lnTo>
                    <a:pt x="4037100" y="12843"/>
                  </a:lnTo>
                  <a:lnTo>
                    <a:pt x="4091264" y="14503"/>
                  </a:lnTo>
                  <a:lnTo>
                    <a:pt x="4146827" y="15993"/>
                  </a:lnTo>
                  <a:lnTo>
                    <a:pt x="4203756" y="17218"/>
                  </a:lnTo>
                  <a:lnTo>
                    <a:pt x="4262019" y="18084"/>
                  </a:lnTo>
                  <a:lnTo>
                    <a:pt x="4321586" y="18499"/>
                  </a:lnTo>
                  <a:lnTo>
                    <a:pt x="4382424" y="18368"/>
                  </a:lnTo>
                  <a:lnTo>
                    <a:pt x="4444502" y="17598"/>
                  </a:lnTo>
                  <a:lnTo>
                    <a:pt x="4507789" y="16094"/>
                  </a:lnTo>
                  <a:lnTo>
                    <a:pt x="4572254" y="13763"/>
                  </a:lnTo>
                  <a:lnTo>
                    <a:pt x="4573143" y="23161"/>
                  </a:lnTo>
                  <a:lnTo>
                    <a:pt x="4571746" y="23542"/>
                  </a:lnTo>
                  <a:lnTo>
                    <a:pt x="4572254" y="32813"/>
                  </a:lnTo>
                  <a:lnTo>
                    <a:pt x="4528810" y="29609"/>
                  </a:lnTo>
                  <a:lnTo>
                    <a:pt x="4483248" y="26488"/>
                  </a:lnTo>
                  <a:lnTo>
                    <a:pt x="4435848" y="23553"/>
                  </a:lnTo>
                  <a:lnTo>
                    <a:pt x="4386891" y="20905"/>
                  </a:lnTo>
                  <a:lnTo>
                    <a:pt x="4336657" y="18649"/>
                  </a:lnTo>
                  <a:lnTo>
                    <a:pt x="4285427" y="16884"/>
                  </a:lnTo>
                  <a:lnTo>
                    <a:pt x="4233481" y="15716"/>
                  </a:lnTo>
                  <a:lnTo>
                    <a:pt x="4181099" y="15245"/>
                  </a:lnTo>
                  <a:lnTo>
                    <a:pt x="4128563" y="15574"/>
                  </a:lnTo>
                  <a:lnTo>
                    <a:pt x="4076152" y="16807"/>
                  </a:lnTo>
                  <a:lnTo>
                    <a:pt x="4024147" y="19044"/>
                  </a:lnTo>
                  <a:lnTo>
                    <a:pt x="3972828" y="22389"/>
                  </a:lnTo>
                  <a:lnTo>
                    <a:pt x="3922477" y="26945"/>
                  </a:lnTo>
                  <a:lnTo>
                    <a:pt x="3873373" y="32813"/>
                  </a:lnTo>
                  <a:lnTo>
                    <a:pt x="3814057" y="39408"/>
                  </a:lnTo>
                  <a:lnTo>
                    <a:pt x="3758697" y="42897"/>
                  </a:lnTo>
                  <a:lnTo>
                    <a:pt x="3706523" y="43874"/>
                  </a:lnTo>
                  <a:lnTo>
                    <a:pt x="3656767" y="42936"/>
                  </a:lnTo>
                  <a:lnTo>
                    <a:pt x="3608661" y="40679"/>
                  </a:lnTo>
                  <a:lnTo>
                    <a:pt x="3561437" y="37699"/>
                  </a:lnTo>
                  <a:lnTo>
                    <a:pt x="3514327" y="34592"/>
                  </a:lnTo>
                  <a:lnTo>
                    <a:pt x="3466561" y="31954"/>
                  </a:lnTo>
                  <a:lnTo>
                    <a:pt x="3417372" y="30381"/>
                  </a:lnTo>
                  <a:lnTo>
                    <a:pt x="3365992" y="30469"/>
                  </a:lnTo>
                  <a:lnTo>
                    <a:pt x="3311652" y="32813"/>
                  </a:lnTo>
                  <a:lnTo>
                    <a:pt x="3258433" y="35836"/>
                  </a:lnTo>
                  <a:lnTo>
                    <a:pt x="3209970" y="37687"/>
                  </a:lnTo>
                  <a:lnTo>
                    <a:pt x="3164821" y="38556"/>
                  </a:lnTo>
                  <a:lnTo>
                    <a:pt x="3121544" y="38632"/>
                  </a:lnTo>
                  <a:lnTo>
                    <a:pt x="3078697" y="38103"/>
                  </a:lnTo>
                  <a:lnTo>
                    <a:pt x="3034839" y="37158"/>
                  </a:lnTo>
                  <a:lnTo>
                    <a:pt x="2988529" y="35987"/>
                  </a:lnTo>
                  <a:lnTo>
                    <a:pt x="2938325" y="34778"/>
                  </a:lnTo>
                  <a:lnTo>
                    <a:pt x="2882784" y="33720"/>
                  </a:lnTo>
                  <a:lnTo>
                    <a:pt x="2820467" y="33002"/>
                  </a:lnTo>
                  <a:lnTo>
                    <a:pt x="2749930" y="32813"/>
                  </a:lnTo>
                  <a:lnTo>
                    <a:pt x="2692294" y="32427"/>
                  </a:lnTo>
                  <a:lnTo>
                    <a:pt x="2637166" y="31200"/>
                  </a:lnTo>
                  <a:lnTo>
                    <a:pt x="2584215" y="29358"/>
                  </a:lnTo>
                  <a:lnTo>
                    <a:pt x="2533114" y="27126"/>
                  </a:lnTo>
                  <a:lnTo>
                    <a:pt x="2483530" y="24728"/>
                  </a:lnTo>
                  <a:lnTo>
                    <a:pt x="2435136" y="22389"/>
                  </a:lnTo>
                  <a:lnTo>
                    <a:pt x="2387599" y="20335"/>
                  </a:lnTo>
                  <a:lnTo>
                    <a:pt x="2340592" y="18791"/>
                  </a:lnTo>
                  <a:lnTo>
                    <a:pt x="2293784" y="17980"/>
                  </a:lnTo>
                  <a:lnTo>
                    <a:pt x="2246844" y="18129"/>
                  </a:lnTo>
                  <a:lnTo>
                    <a:pt x="2199443" y="19461"/>
                  </a:lnTo>
                  <a:lnTo>
                    <a:pt x="2151252" y="22203"/>
                  </a:lnTo>
                  <a:lnTo>
                    <a:pt x="2101939" y="26579"/>
                  </a:lnTo>
                  <a:lnTo>
                    <a:pt x="2051177" y="32813"/>
                  </a:lnTo>
                  <a:lnTo>
                    <a:pt x="2002627" y="39069"/>
                  </a:lnTo>
                  <a:lnTo>
                    <a:pt x="1953425" y="44336"/>
                  </a:lnTo>
                  <a:lnTo>
                    <a:pt x="1903683" y="48638"/>
                  </a:lnTo>
                  <a:lnTo>
                    <a:pt x="1853517" y="51996"/>
                  </a:lnTo>
                  <a:lnTo>
                    <a:pt x="1803042" y="54431"/>
                  </a:lnTo>
                  <a:lnTo>
                    <a:pt x="1752373" y="55966"/>
                  </a:lnTo>
                  <a:lnTo>
                    <a:pt x="1701625" y="56621"/>
                  </a:lnTo>
                  <a:lnTo>
                    <a:pt x="1650912" y="56419"/>
                  </a:lnTo>
                  <a:lnTo>
                    <a:pt x="1600350" y="55381"/>
                  </a:lnTo>
                  <a:lnTo>
                    <a:pt x="1550053" y="53528"/>
                  </a:lnTo>
                  <a:lnTo>
                    <a:pt x="1500137" y="50883"/>
                  </a:lnTo>
                  <a:lnTo>
                    <a:pt x="1450716" y="47468"/>
                  </a:lnTo>
                  <a:lnTo>
                    <a:pt x="1401906" y="43303"/>
                  </a:lnTo>
                  <a:lnTo>
                    <a:pt x="1353821" y="38411"/>
                  </a:lnTo>
                  <a:lnTo>
                    <a:pt x="1306576" y="32813"/>
                  </a:lnTo>
                  <a:lnTo>
                    <a:pt x="1240168" y="25629"/>
                  </a:lnTo>
                  <a:lnTo>
                    <a:pt x="1180515" y="21536"/>
                  </a:lnTo>
                  <a:lnTo>
                    <a:pt x="1126319" y="19972"/>
                  </a:lnTo>
                  <a:lnTo>
                    <a:pt x="1076279" y="20377"/>
                  </a:lnTo>
                  <a:lnTo>
                    <a:pt x="1029096" y="22193"/>
                  </a:lnTo>
                  <a:lnTo>
                    <a:pt x="983472" y="24858"/>
                  </a:lnTo>
                  <a:lnTo>
                    <a:pt x="938107" y="27812"/>
                  </a:lnTo>
                  <a:lnTo>
                    <a:pt x="891702" y="30497"/>
                  </a:lnTo>
                  <a:lnTo>
                    <a:pt x="842958" y="32350"/>
                  </a:lnTo>
                  <a:lnTo>
                    <a:pt x="790575" y="32813"/>
                  </a:lnTo>
                  <a:lnTo>
                    <a:pt x="753895" y="32468"/>
                  </a:lnTo>
                  <a:lnTo>
                    <a:pt x="712573" y="31985"/>
                  </a:lnTo>
                  <a:lnTo>
                    <a:pt x="667240" y="31402"/>
                  </a:lnTo>
                  <a:lnTo>
                    <a:pt x="618527" y="30759"/>
                  </a:lnTo>
                  <a:lnTo>
                    <a:pt x="567066" y="30097"/>
                  </a:lnTo>
                  <a:lnTo>
                    <a:pt x="513489" y="29453"/>
                  </a:lnTo>
                  <a:lnTo>
                    <a:pt x="458426" y="28869"/>
                  </a:lnTo>
                  <a:lnTo>
                    <a:pt x="402510" y="28384"/>
                  </a:lnTo>
                  <a:lnTo>
                    <a:pt x="346372" y="28037"/>
                  </a:lnTo>
                  <a:lnTo>
                    <a:pt x="290645" y="27868"/>
                  </a:lnTo>
                  <a:lnTo>
                    <a:pt x="235958" y="27917"/>
                  </a:lnTo>
                  <a:lnTo>
                    <a:pt x="182945" y="28223"/>
                  </a:lnTo>
                  <a:lnTo>
                    <a:pt x="132236" y="28826"/>
                  </a:lnTo>
                  <a:lnTo>
                    <a:pt x="84464" y="29766"/>
                  </a:lnTo>
                  <a:lnTo>
                    <a:pt x="40259" y="31082"/>
                  </a:lnTo>
                  <a:lnTo>
                    <a:pt x="253" y="32813"/>
                  </a:lnTo>
                  <a:lnTo>
                    <a:pt x="0" y="28622"/>
                  </a:lnTo>
                  <a:lnTo>
                    <a:pt x="762" y="19859"/>
                  </a:lnTo>
                  <a:lnTo>
                    <a:pt x="253" y="13763"/>
                  </a:lnTo>
                  <a:close/>
                </a:path>
              </a:pathLst>
            </a:custGeom>
            <a:ln w="41275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Image 9" descr="Une image contenant Police, texte, blanc, Graphique&#10;&#10;Le contenu généré par l’IA peut être incorrect.">
            <a:extLst>
              <a:ext uri="{FF2B5EF4-FFF2-40B4-BE49-F238E27FC236}">
                <a16:creationId xmlns:a16="http://schemas.microsoft.com/office/drawing/2014/main" id="{EEC88FF6-134A-2EB1-9727-C5274EAE4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786" y="2542882"/>
            <a:ext cx="4953000" cy="1365788"/>
          </a:xfrm>
          <a:prstGeom prst="rect">
            <a:avLst/>
          </a:prstGeom>
        </p:spPr>
      </p:pic>
      <p:pic>
        <p:nvPicPr>
          <p:cNvPr id="18" name="Image 17" descr="Une image contenant Police, blanc, écriture manuscrite, texte&#10;&#10;Le contenu généré par l’IA peut être incorrect.">
            <a:extLst>
              <a:ext uri="{FF2B5EF4-FFF2-40B4-BE49-F238E27FC236}">
                <a16:creationId xmlns:a16="http://schemas.microsoft.com/office/drawing/2014/main" id="{D74BA6C6-9BE8-16EB-B6CB-69687B623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5300820"/>
            <a:ext cx="4572000" cy="1557179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BB09BB7-50FE-8868-7E8F-38A15E69FA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" y="2695594"/>
            <a:ext cx="5602074" cy="1365788"/>
          </a:xfrm>
          <a:prstGeom prst="rect">
            <a:avLst/>
          </a:prstGeom>
        </p:spPr>
      </p:pic>
      <p:pic>
        <p:nvPicPr>
          <p:cNvPr id="24" name="Image 23" descr="Une image contenant Police, texte, blanc, typographie&#10;&#10;Le contenu généré par l’IA peut être incorrect.">
            <a:extLst>
              <a:ext uri="{FF2B5EF4-FFF2-40B4-BE49-F238E27FC236}">
                <a16:creationId xmlns:a16="http://schemas.microsoft.com/office/drawing/2014/main" id="{49D11502-125A-93D4-0D68-43C9D6CB5C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2" y="5384410"/>
            <a:ext cx="5388428" cy="13657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184" y="1523682"/>
            <a:ext cx="3407410" cy="261239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>
              <a:lnSpc>
                <a:spcPct val="90800"/>
              </a:lnSpc>
              <a:spcBef>
                <a:spcPts val="635"/>
              </a:spcBef>
            </a:pPr>
            <a:r>
              <a:rPr sz="4550" spc="-195" dirty="0">
                <a:latin typeface="Trebuchet MS"/>
                <a:cs typeface="Trebuchet MS"/>
              </a:rPr>
              <a:t>Evaluer</a:t>
            </a:r>
            <a:r>
              <a:rPr sz="4550" spc="-420" dirty="0">
                <a:latin typeface="Trebuchet MS"/>
                <a:cs typeface="Trebuchet MS"/>
              </a:rPr>
              <a:t> </a:t>
            </a:r>
            <a:r>
              <a:rPr sz="4550" spc="-25" dirty="0">
                <a:latin typeface="Trebuchet MS"/>
                <a:cs typeface="Trebuchet MS"/>
              </a:rPr>
              <a:t>un </a:t>
            </a:r>
            <a:r>
              <a:rPr sz="4550" spc="-185" dirty="0">
                <a:latin typeface="Trebuchet MS"/>
                <a:cs typeface="Trebuchet MS"/>
              </a:rPr>
              <a:t>modèle</a:t>
            </a:r>
            <a:r>
              <a:rPr sz="4550" spc="-450" dirty="0">
                <a:latin typeface="Trebuchet MS"/>
                <a:cs typeface="Trebuchet MS"/>
              </a:rPr>
              <a:t> </a:t>
            </a:r>
            <a:r>
              <a:rPr sz="4550" spc="-25" dirty="0">
                <a:latin typeface="Trebuchet MS"/>
                <a:cs typeface="Trebuchet MS"/>
              </a:rPr>
              <a:t>de </a:t>
            </a:r>
            <a:r>
              <a:rPr sz="4550" spc="-160" dirty="0">
                <a:latin typeface="Trebuchet MS"/>
                <a:cs typeface="Trebuchet MS"/>
              </a:rPr>
              <a:t>classification</a:t>
            </a:r>
            <a:r>
              <a:rPr sz="4550" spc="-365" dirty="0">
                <a:latin typeface="Trebuchet MS"/>
                <a:cs typeface="Trebuchet MS"/>
              </a:rPr>
              <a:t> </a:t>
            </a:r>
            <a:r>
              <a:rPr sz="4550" spc="-605" dirty="0">
                <a:latin typeface="Trebuchet MS"/>
                <a:cs typeface="Trebuchet MS"/>
              </a:rPr>
              <a:t>: </a:t>
            </a:r>
            <a:r>
              <a:rPr sz="4550" spc="-30" dirty="0">
                <a:latin typeface="Trebuchet MS"/>
                <a:cs typeface="Trebuchet MS"/>
              </a:rPr>
              <a:t>accuracy</a:t>
            </a:r>
            <a:endParaRPr sz="45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446" y="4374737"/>
            <a:ext cx="3286760" cy="86995"/>
            <a:chOff x="628446" y="4374737"/>
            <a:chExt cx="3286760" cy="86995"/>
          </a:xfrm>
        </p:grpSpPr>
        <p:sp>
          <p:nvSpPr>
            <p:cNvPr id="4" name="object 4"/>
            <p:cNvSpPr/>
            <p:nvPr/>
          </p:nvSpPr>
          <p:spPr>
            <a:xfrm>
              <a:off x="647700" y="4398825"/>
              <a:ext cx="3248660" cy="41275"/>
            </a:xfrm>
            <a:custGeom>
              <a:avLst/>
              <a:gdLst/>
              <a:ahLst/>
              <a:cxnLst/>
              <a:rect l="l" t="t" r="r" b="b"/>
              <a:pathLst>
                <a:path w="3248660" h="41275">
                  <a:moveTo>
                    <a:pt x="949776" y="28"/>
                  </a:moveTo>
                  <a:lnTo>
                    <a:pt x="908617" y="0"/>
                  </a:lnTo>
                  <a:lnTo>
                    <a:pt x="868796" y="772"/>
                  </a:lnTo>
                  <a:lnTo>
                    <a:pt x="828237" y="2192"/>
                  </a:lnTo>
                  <a:lnTo>
                    <a:pt x="681380" y="8787"/>
                  </a:lnTo>
                  <a:lnTo>
                    <a:pt x="557024" y="13502"/>
                  </a:lnTo>
                  <a:lnTo>
                    <a:pt x="408641" y="19688"/>
                  </a:lnTo>
                  <a:lnTo>
                    <a:pt x="365138" y="21166"/>
                  </a:lnTo>
                  <a:lnTo>
                    <a:pt x="322275" y="22155"/>
                  </a:lnTo>
                  <a:lnTo>
                    <a:pt x="278650" y="22539"/>
                  </a:lnTo>
                  <a:lnTo>
                    <a:pt x="232860" y="22199"/>
                  </a:lnTo>
                  <a:lnTo>
                    <a:pt x="183503" y="21018"/>
                  </a:lnTo>
                  <a:lnTo>
                    <a:pt x="129176" y="18878"/>
                  </a:lnTo>
                  <a:lnTo>
                    <a:pt x="68475" y="15661"/>
                  </a:lnTo>
                  <a:lnTo>
                    <a:pt x="0" y="11249"/>
                  </a:lnTo>
                  <a:lnTo>
                    <a:pt x="368" y="18488"/>
                  </a:lnTo>
                  <a:lnTo>
                    <a:pt x="838" y="21282"/>
                  </a:lnTo>
                  <a:lnTo>
                    <a:pt x="0" y="30299"/>
                  </a:lnTo>
                  <a:lnTo>
                    <a:pt x="45362" y="30022"/>
                  </a:lnTo>
                  <a:lnTo>
                    <a:pt x="90248" y="30127"/>
                  </a:lnTo>
                  <a:lnTo>
                    <a:pt x="135110" y="30523"/>
                  </a:lnTo>
                  <a:lnTo>
                    <a:pt x="274084" y="32535"/>
                  </a:lnTo>
                  <a:lnTo>
                    <a:pt x="374923" y="33650"/>
                  </a:lnTo>
                  <a:lnTo>
                    <a:pt x="429158" y="33864"/>
                  </a:lnTo>
                  <a:lnTo>
                    <a:pt x="486542" y="33728"/>
                  </a:lnTo>
                  <a:lnTo>
                    <a:pt x="547528" y="33149"/>
                  </a:lnTo>
                  <a:lnTo>
                    <a:pt x="612568" y="32037"/>
                  </a:lnTo>
                  <a:lnTo>
                    <a:pt x="750859" y="28722"/>
                  </a:lnTo>
                  <a:lnTo>
                    <a:pt x="813691" y="28037"/>
                  </a:lnTo>
                  <a:lnTo>
                    <a:pt x="871372" y="28072"/>
                  </a:lnTo>
                  <a:lnTo>
                    <a:pt x="924660" y="28657"/>
                  </a:lnTo>
                  <a:lnTo>
                    <a:pt x="974313" y="29619"/>
                  </a:lnTo>
                  <a:lnTo>
                    <a:pt x="1109052" y="33053"/>
                  </a:lnTo>
                  <a:lnTo>
                    <a:pt x="1151752" y="33808"/>
                  </a:lnTo>
                  <a:lnTo>
                    <a:pt x="1194611" y="34081"/>
                  </a:lnTo>
                  <a:lnTo>
                    <a:pt x="1238386" y="33702"/>
                  </a:lnTo>
                  <a:lnTo>
                    <a:pt x="1283837" y="32499"/>
                  </a:lnTo>
                  <a:lnTo>
                    <a:pt x="1386092" y="27577"/>
                  </a:lnTo>
                  <a:lnTo>
                    <a:pt x="1433891" y="25827"/>
                  </a:lnTo>
                  <a:lnTo>
                    <a:pt x="1477030" y="24906"/>
                  </a:lnTo>
                  <a:lnTo>
                    <a:pt x="1517422" y="24673"/>
                  </a:lnTo>
                  <a:lnTo>
                    <a:pt x="1556977" y="24983"/>
                  </a:lnTo>
                  <a:lnTo>
                    <a:pt x="1745064" y="28820"/>
                  </a:lnTo>
                  <a:lnTo>
                    <a:pt x="1809111" y="29715"/>
                  </a:lnTo>
                  <a:lnTo>
                    <a:pt x="1883791" y="30299"/>
                  </a:lnTo>
                  <a:lnTo>
                    <a:pt x="1946653" y="30200"/>
                  </a:lnTo>
                  <a:lnTo>
                    <a:pt x="2008365" y="29419"/>
                  </a:lnTo>
                  <a:lnTo>
                    <a:pt x="2068759" y="28132"/>
                  </a:lnTo>
                  <a:lnTo>
                    <a:pt x="2127670" y="26511"/>
                  </a:lnTo>
                  <a:lnTo>
                    <a:pt x="2293826" y="21393"/>
                  </a:lnTo>
                  <a:lnTo>
                    <a:pt x="2345130" y="20182"/>
                  </a:lnTo>
                  <a:lnTo>
                    <a:pt x="2394115" y="19509"/>
                  </a:lnTo>
                  <a:lnTo>
                    <a:pt x="2440615" y="19547"/>
                  </a:lnTo>
                  <a:lnTo>
                    <a:pt x="2484462" y="20471"/>
                  </a:lnTo>
                  <a:lnTo>
                    <a:pt x="2525490" y="22455"/>
                  </a:lnTo>
                  <a:lnTo>
                    <a:pt x="2563531" y="25673"/>
                  </a:lnTo>
                  <a:lnTo>
                    <a:pt x="2598420" y="30299"/>
                  </a:lnTo>
                  <a:lnTo>
                    <a:pt x="2637678" y="35217"/>
                  </a:lnTo>
                  <a:lnTo>
                    <a:pt x="2683041" y="38509"/>
                  </a:lnTo>
                  <a:lnTo>
                    <a:pt x="2733329" y="40397"/>
                  </a:lnTo>
                  <a:lnTo>
                    <a:pt x="2787366" y="41100"/>
                  </a:lnTo>
                  <a:lnTo>
                    <a:pt x="2843974" y="40836"/>
                  </a:lnTo>
                  <a:lnTo>
                    <a:pt x="2901974" y="39826"/>
                  </a:lnTo>
                  <a:lnTo>
                    <a:pt x="2960188" y="38289"/>
                  </a:lnTo>
                  <a:lnTo>
                    <a:pt x="3171637" y="31264"/>
                  </a:lnTo>
                  <a:lnTo>
                    <a:pt x="3213257" y="30387"/>
                  </a:lnTo>
                  <a:lnTo>
                    <a:pt x="3248025" y="30299"/>
                  </a:lnTo>
                  <a:lnTo>
                    <a:pt x="3248405" y="21155"/>
                  </a:lnTo>
                  <a:lnTo>
                    <a:pt x="3247771" y="15948"/>
                  </a:lnTo>
                  <a:lnTo>
                    <a:pt x="3248025" y="11249"/>
                  </a:lnTo>
                  <a:lnTo>
                    <a:pt x="3194449" y="16484"/>
                  </a:lnTo>
                  <a:lnTo>
                    <a:pt x="3139700" y="19729"/>
                  </a:lnTo>
                  <a:lnTo>
                    <a:pt x="3084174" y="21271"/>
                  </a:lnTo>
                  <a:lnTo>
                    <a:pt x="3028265" y="21397"/>
                  </a:lnTo>
                  <a:lnTo>
                    <a:pt x="2972369" y="20393"/>
                  </a:lnTo>
                  <a:lnTo>
                    <a:pt x="2916880" y="18546"/>
                  </a:lnTo>
                  <a:lnTo>
                    <a:pt x="2862193" y="16142"/>
                  </a:lnTo>
                  <a:lnTo>
                    <a:pt x="2706901" y="8455"/>
                  </a:lnTo>
                  <a:lnTo>
                    <a:pt x="2659376" y="6689"/>
                  </a:lnTo>
                  <a:lnTo>
                    <a:pt x="2614630" y="5799"/>
                  </a:lnTo>
                  <a:lnTo>
                    <a:pt x="2573057" y="6072"/>
                  </a:lnTo>
                  <a:lnTo>
                    <a:pt x="2535052" y="7793"/>
                  </a:lnTo>
                  <a:lnTo>
                    <a:pt x="2458042" y="15697"/>
                  </a:lnTo>
                  <a:lnTo>
                    <a:pt x="2409773" y="18217"/>
                  </a:lnTo>
                  <a:lnTo>
                    <a:pt x="2357332" y="19143"/>
                  </a:lnTo>
                  <a:lnTo>
                    <a:pt x="2301846" y="18813"/>
                  </a:lnTo>
                  <a:lnTo>
                    <a:pt x="2244445" y="17562"/>
                  </a:lnTo>
                  <a:lnTo>
                    <a:pt x="2186257" y="15726"/>
                  </a:lnTo>
                  <a:lnTo>
                    <a:pt x="2072033" y="11644"/>
                  </a:lnTo>
                  <a:lnTo>
                    <a:pt x="2018254" y="10070"/>
                  </a:lnTo>
                  <a:lnTo>
                    <a:pt x="1968201" y="9256"/>
                  </a:lnTo>
                  <a:lnTo>
                    <a:pt x="1923004" y="9537"/>
                  </a:lnTo>
                  <a:lnTo>
                    <a:pt x="1883791" y="11249"/>
                  </a:lnTo>
                  <a:lnTo>
                    <a:pt x="1850698" y="13415"/>
                  </a:lnTo>
                  <a:lnTo>
                    <a:pt x="1813107" y="15515"/>
                  </a:lnTo>
                  <a:lnTo>
                    <a:pt x="1771452" y="17481"/>
                  </a:lnTo>
                  <a:lnTo>
                    <a:pt x="1726167" y="19247"/>
                  </a:lnTo>
                  <a:lnTo>
                    <a:pt x="1677686" y="20746"/>
                  </a:lnTo>
                  <a:lnTo>
                    <a:pt x="1626446" y="21913"/>
                  </a:lnTo>
                  <a:lnTo>
                    <a:pt x="1572879" y="22679"/>
                  </a:lnTo>
                  <a:lnTo>
                    <a:pt x="1517420" y="22979"/>
                  </a:lnTo>
                  <a:lnTo>
                    <a:pt x="1460505" y="22746"/>
                  </a:lnTo>
                  <a:lnTo>
                    <a:pt x="1402568" y="21913"/>
                  </a:lnTo>
                  <a:lnTo>
                    <a:pt x="1344043" y="20413"/>
                  </a:lnTo>
                  <a:lnTo>
                    <a:pt x="1285365" y="18180"/>
                  </a:lnTo>
                  <a:lnTo>
                    <a:pt x="1226969" y="15148"/>
                  </a:lnTo>
                  <a:lnTo>
                    <a:pt x="1102028" y="6469"/>
                  </a:lnTo>
                  <a:lnTo>
                    <a:pt x="1044406" y="3108"/>
                  </a:lnTo>
                  <a:lnTo>
                    <a:pt x="994347" y="1013"/>
                  </a:lnTo>
                  <a:lnTo>
                    <a:pt x="949776" y="28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496" y="4393787"/>
              <a:ext cx="3248660" cy="48895"/>
            </a:xfrm>
            <a:custGeom>
              <a:avLst/>
              <a:gdLst/>
              <a:ahLst/>
              <a:cxnLst/>
              <a:rect l="l" t="t" r="r" b="b"/>
              <a:pathLst>
                <a:path w="3248660" h="48895">
                  <a:moveTo>
                    <a:pt x="203" y="16287"/>
                  </a:moveTo>
                  <a:lnTo>
                    <a:pt x="59712" y="11068"/>
                  </a:lnTo>
                  <a:lnTo>
                    <a:pt x="118295" y="6886"/>
                  </a:lnTo>
                  <a:lnTo>
                    <a:pt x="175789" y="3714"/>
                  </a:lnTo>
                  <a:lnTo>
                    <a:pt x="232030" y="1527"/>
                  </a:lnTo>
                  <a:lnTo>
                    <a:pt x="286856" y="298"/>
                  </a:lnTo>
                  <a:lnTo>
                    <a:pt x="340104" y="0"/>
                  </a:lnTo>
                  <a:lnTo>
                    <a:pt x="391610" y="606"/>
                  </a:lnTo>
                  <a:lnTo>
                    <a:pt x="441213" y="2091"/>
                  </a:lnTo>
                  <a:lnTo>
                    <a:pt x="488748" y="4429"/>
                  </a:lnTo>
                  <a:lnTo>
                    <a:pt x="534053" y="7591"/>
                  </a:lnTo>
                  <a:lnTo>
                    <a:pt x="576965" y="11553"/>
                  </a:lnTo>
                  <a:lnTo>
                    <a:pt x="617321" y="16287"/>
                  </a:lnTo>
                  <a:lnTo>
                    <a:pt x="654127" y="20343"/>
                  </a:lnTo>
                  <a:lnTo>
                    <a:pt x="692612" y="23174"/>
                  </a:lnTo>
                  <a:lnTo>
                    <a:pt x="732916" y="24929"/>
                  </a:lnTo>
                  <a:lnTo>
                    <a:pt x="775179" y="25758"/>
                  </a:lnTo>
                  <a:lnTo>
                    <a:pt x="819543" y="25811"/>
                  </a:lnTo>
                  <a:lnTo>
                    <a:pt x="866147" y="25239"/>
                  </a:lnTo>
                  <a:lnTo>
                    <a:pt x="915132" y="24190"/>
                  </a:lnTo>
                  <a:lnTo>
                    <a:pt x="966638" y="22815"/>
                  </a:lnTo>
                  <a:lnTo>
                    <a:pt x="1020806" y="21263"/>
                  </a:lnTo>
                  <a:lnTo>
                    <a:pt x="1077775" y="19685"/>
                  </a:lnTo>
                  <a:lnTo>
                    <a:pt x="1137688" y="18229"/>
                  </a:lnTo>
                  <a:lnTo>
                    <a:pt x="1200682" y="17047"/>
                  </a:lnTo>
                  <a:lnTo>
                    <a:pt x="1266901" y="16287"/>
                  </a:lnTo>
                  <a:lnTo>
                    <a:pt x="1332636" y="16044"/>
                  </a:lnTo>
                  <a:lnTo>
                    <a:pt x="1394409" y="16238"/>
                  </a:lnTo>
                  <a:lnTo>
                    <a:pt x="1452696" y="16761"/>
                  </a:lnTo>
                  <a:lnTo>
                    <a:pt x="1507975" y="17505"/>
                  </a:lnTo>
                  <a:lnTo>
                    <a:pt x="1560725" y="18361"/>
                  </a:lnTo>
                  <a:lnTo>
                    <a:pt x="1611424" y="19223"/>
                  </a:lnTo>
                  <a:lnTo>
                    <a:pt x="1660549" y="19980"/>
                  </a:lnTo>
                  <a:lnTo>
                    <a:pt x="1708578" y="20526"/>
                  </a:lnTo>
                  <a:lnTo>
                    <a:pt x="1755990" y="20751"/>
                  </a:lnTo>
                  <a:lnTo>
                    <a:pt x="1803262" y="20548"/>
                  </a:lnTo>
                  <a:lnTo>
                    <a:pt x="1850871" y="19809"/>
                  </a:lnTo>
                  <a:lnTo>
                    <a:pt x="1899298" y="18424"/>
                  </a:lnTo>
                  <a:lnTo>
                    <a:pt x="1949018" y="16287"/>
                  </a:lnTo>
                  <a:lnTo>
                    <a:pt x="2000571" y="14354"/>
                  </a:lnTo>
                  <a:lnTo>
                    <a:pt x="2053886" y="13514"/>
                  </a:lnTo>
                  <a:lnTo>
                    <a:pt x="2108524" y="13556"/>
                  </a:lnTo>
                  <a:lnTo>
                    <a:pt x="2164046" y="14271"/>
                  </a:lnTo>
                  <a:lnTo>
                    <a:pt x="2220014" y="15448"/>
                  </a:lnTo>
                  <a:lnTo>
                    <a:pt x="2275987" y="16877"/>
                  </a:lnTo>
                  <a:lnTo>
                    <a:pt x="2331529" y="18348"/>
                  </a:lnTo>
                  <a:lnTo>
                    <a:pt x="2386200" y="19652"/>
                  </a:lnTo>
                  <a:lnTo>
                    <a:pt x="2439561" y="20576"/>
                  </a:lnTo>
                  <a:lnTo>
                    <a:pt x="2491174" y="20912"/>
                  </a:lnTo>
                  <a:lnTo>
                    <a:pt x="2540600" y="20450"/>
                  </a:lnTo>
                  <a:lnTo>
                    <a:pt x="2587400" y="18978"/>
                  </a:lnTo>
                  <a:lnTo>
                    <a:pt x="2631135" y="16287"/>
                  </a:lnTo>
                  <a:lnTo>
                    <a:pt x="2679012" y="13326"/>
                  </a:lnTo>
                  <a:lnTo>
                    <a:pt x="2730856" y="11604"/>
                  </a:lnTo>
                  <a:lnTo>
                    <a:pt x="2785670" y="10912"/>
                  </a:lnTo>
                  <a:lnTo>
                    <a:pt x="2842458" y="11038"/>
                  </a:lnTo>
                  <a:lnTo>
                    <a:pt x="2900223" y="11773"/>
                  </a:lnTo>
                  <a:lnTo>
                    <a:pt x="2957969" y="12906"/>
                  </a:lnTo>
                  <a:lnTo>
                    <a:pt x="3014699" y="14227"/>
                  </a:lnTo>
                  <a:lnTo>
                    <a:pt x="3069416" y="15525"/>
                  </a:lnTo>
                  <a:lnTo>
                    <a:pt x="3121125" y="16591"/>
                  </a:lnTo>
                  <a:lnTo>
                    <a:pt x="3168827" y="17213"/>
                  </a:lnTo>
                  <a:lnTo>
                    <a:pt x="3211527" y="17182"/>
                  </a:lnTo>
                  <a:lnTo>
                    <a:pt x="3248228" y="16287"/>
                  </a:lnTo>
                  <a:lnTo>
                    <a:pt x="3247466" y="24796"/>
                  </a:lnTo>
                  <a:lnTo>
                    <a:pt x="3247847" y="28860"/>
                  </a:lnTo>
                  <a:lnTo>
                    <a:pt x="3248228" y="35337"/>
                  </a:lnTo>
                  <a:lnTo>
                    <a:pt x="3209201" y="36115"/>
                  </a:lnTo>
                  <a:lnTo>
                    <a:pt x="3164075" y="36344"/>
                  </a:lnTo>
                  <a:lnTo>
                    <a:pt x="3113913" y="36130"/>
                  </a:lnTo>
                  <a:lnTo>
                    <a:pt x="3059777" y="35582"/>
                  </a:lnTo>
                  <a:lnTo>
                    <a:pt x="3002729" y="34806"/>
                  </a:lnTo>
                  <a:lnTo>
                    <a:pt x="2943833" y="33911"/>
                  </a:lnTo>
                  <a:lnTo>
                    <a:pt x="2884150" y="33004"/>
                  </a:lnTo>
                  <a:lnTo>
                    <a:pt x="2824744" y="32192"/>
                  </a:lnTo>
                  <a:lnTo>
                    <a:pt x="2766676" y="31582"/>
                  </a:lnTo>
                  <a:lnTo>
                    <a:pt x="2711008" y="31283"/>
                  </a:lnTo>
                  <a:lnTo>
                    <a:pt x="2658805" y="31401"/>
                  </a:lnTo>
                  <a:lnTo>
                    <a:pt x="2611127" y="32045"/>
                  </a:lnTo>
                  <a:lnTo>
                    <a:pt x="2569037" y="33321"/>
                  </a:lnTo>
                  <a:lnTo>
                    <a:pt x="2533599" y="35337"/>
                  </a:lnTo>
                  <a:lnTo>
                    <a:pt x="2500283" y="37023"/>
                  </a:lnTo>
                  <a:lnTo>
                    <a:pt x="2424431" y="36758"/>
                  </a:lnTo>
                  <a:lnTo>
                    <a:pt x="2382084" y="35326"/>
                  </a:lnTo>
                  <a:lnTo>
                    <a:pt x="2336917" y="33375"/>
                  </a:lnTo>
                  <a:lnTo>
                    <a:pt x="2289023" y="31165"/>
                  </a:lnTo>
                  <a:lnTo>
                    <a:pt x="2238498" y="28956"/>
                  </a:lnTo>
                  <a:lnTo>
                    <a:pt x="2185437" y="27006"/>
                  </a:lnTo>
                  <a:lnTo>
                    <a:pt x="2129933" y="25578"/>
                  </a:lnTo>
                  <a:lnTo>
                    <a:pt x="2072081" y="24929"/>
                  </a:lnTo>
                  <a:lnTo>
                    <a:pt x="2011978" y="25321"/>
                  </a:lnTo>
                  <a:lnTo>
                    <a:pt x="1949716" y="27013"/>
                  </a:lnTo>
                  <a:lnTo>
                    <a:pt x="1885390" y="30265"/>
                  </a:lnTo>
                  <a:lnTo>
                    <a:pt x="1819097" y="35337"/>
                  </a:lnTo>
                  <a:lnTo>
                    <a:pt x="1751268" y="40941"/>
                  </a:lnTo>
                  <a:lnTo>
                    <a:pt x="1691665" y="44826"/>
                  </a:lnTo>
                  <a:lnTo>
                    <a:pt x="1638857" y="47204"/>
                  </a:lnTo>
                  <a:lnTo>
                    <a:pt x="1591412" y="48292"/>
                  </a:lnTo>
                  <a:lnTo>
                    <a:pt x="1547897" y="48302"/>
                  </a:lnTo>
                  <a:lnTo>
                    <a:pt x="1506882" y="47450"/>
                  </a:lnTo>
                  <a:lnTo>
                    <a:pt x="1466935" y="45949"/>
                  </a:lnTo>
                  <a:lnTo>
                    <a:pt x="1426623" y="44015"/>
                  </a:lnTo>
                  <a:lnTo>
                    <a:pt x="1384516" y="41861"/>
                  </a:lnTo>
                  <a:lnTo>
                    <a:pt x="1339181" y="39702"/>
                  </a:lnTo>
                  <a:lnTo>
                    <a:pt x="1289186" y="37752"/>
                  </a:lnTo>
                  <a:lnTo>
                    <a:pt x="1233100" y="36226"/>
                  </a:lnTo>
                  <a:lnTo>
                    <a:pt x="1169492" y="35337"/>
                  </a:lnTo>
                  <a:lnTo>
                    <a:pt x="1131004" y="35189"/>
                  </a:lnTo>
                  <a:lnTo>
                    <a:pt x="1092163" y="35286"/>
                  </a:lnTo>
                  <a:lnTo>
                    <a:pt x="1052859" y="35595"/>
                  </a:lnTo>
                  <a:lnTo>
                    <a:pt x="1012983" y="36082"/>
                  </a:lnTo>
                  <a:lnTo>
                    <a:pt x="972424" y="36715"/>
                  </a:lnTo>
                  <a:lnTo>
                    <a:pt x="931072" y="37461"/>
                  </a:lnTo>
                  <a:lnTo>
                    <a:pt x="888817" y="38287"/>
                  </a:lnTo>
                  <a:lnTo>
                    <a:pt x="845550" y="39159"/>
                  </a:lnTo>
                  <a:lnTo>
                    <a:pt x="801160" y="40044"/>
                  </a:lnTo>
                  <a:lnTo>
                    <a:pt x="755537" y="40910"/>
                  </a:lnTo>
                  <a:lnTo>
                    <a:pt x="708571" y="41723"/>
                  </a:lnTo>
                  <a:lnTo>
                    <a:pt x="660152" y="42451"/>
                  </a:lnTo>
                  <a:lnTo>
                    <a:pt x="610171" y="43060"/>
                  </a:lnTo>
                  <a:lnTo>
                    <a:pt x="558517" y="43516"/>
                  </a:lnTo>
                  <a:lnTo>
                    <a:pt x="505080" y="43788"/>
                  </a:lnTo>
                  <a:lnTo>
                    <a:pt x="449750" y="43842"/>
                  </a:lnTo>
                  <a:lnTo>
                    <a:pt x="392418" y="43645"/>
                  </a:lnTo>
                  <a:lnTo>
                    <a:pt x="332972" y="43164"/>
                  </a:lnTo>
                  <a:lnTo>
                    <a:pt x="271304" y="42365"/>
                  </a:lnTo>
                  <a:lnTo>
                    <a:pt x="207303" y="41216"/>
                  </a:lnTo>
                  <a:lnTo>
                    <a:pt x="140859" y="39684"/>
                  </a:lnTo>
                  <a:lnTo>
                    <a:pt x="71862" y="37735"/>
                  </a:lnTo>
                  <a:lnTo>
                    <a:pt x="203" y="35337"/>
                  </a:lnTo>
                  <a:lnTo>
                    <a:pt x="152" y="29241"/>
                  </a:lnTo>
                  <a:lnTo>
                    <a:pt x="0" y="23018"/>
                  </a:lnTo>
                  <a:lnTo>
                    <a:pt x="203" y="16287"/>
                  </a:lnTo>
                  <a:close/>
                </a:path>
              </a:pathLst>
            </a:custGeom>
            <a:ln w="381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5949" y="1720056"/>
            <a:ext cx="6834686" cy="37207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576" y="36573"/>
            <a:ext cx="12155805" cy="6659880"/>
            <a:chOff x="36576" y="36573"/>
            <a:chExt cx="12155805" cy="66598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6" y="36573"/>
              <a:ext cx="12155423" cy="52117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3100" y="4962524"/>
              <a:ext cx="5934075" cy="17335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4375" y="1571625"/>
            <a:ext cx="3505200" cy="3333750"/>
          </a:xfrm>
          <a:custGeom>
            <a:avLst/>
            <a:gdLst/>
            <a:ahLst/>
            <a:cxnLst/>
            <a:rect l="l" t="t" r="r" b="b"/>
            <a:pathLst>
              <a:path w="3505200" h="3333750">
                <a:moveTo>
                  <a:pt x="2978912" y="0"/>
                </a:moveTo>
                <a:lnTo>
                  <a:pt x="0" y="0"/>
                </a:lnTo>
                <a:lnTo>
                  <a:pt x="0" y="3333750"/>
                </a:lnTo>
                <a:lnTo>
                  <a:pt x="2978912" y="3333750"/>
                </a:lnTo>
                <a:lnTo>
                  <a:pt x="3505200" y="1666875"/>
                </a:lnTo>
                <a:lnTo>
                  <a:pt x="297891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9855" y="2650743"/>
            <a:ext cx="1931670" cy="107124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90525" marR="5080" indent="-378460">
              <a:lnSpc>
                <a:spcPts val="3910"/>
              </a:lnSpc>
              <a:spcBef>
                <a:spcPts val="575"/>
              </a:spcBef>
            </a:pPr>
            <a:r>
              <a:rPr sz="3600" spc="-90" dirty="0">
                <a:solidFill>
                  <a:srgbClr val="FFFFFF"/>
                </a:solidFill>
              </a:rPr>
              <a:t>Confusion </a:t>
            </a:r>
            <a:r>
              <a:rPr sz="3600" spc="-30" dirty="0">
                <a:solidFill>
                  <a:srgbClr val="FFFFFF"/>
                </a:solidFill>
              </a:rPr>
              <a:t>Matrix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2525" y="647700"/>
            <a:ext cx="6410325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9451" rIns="0" bIns="0" rtlCol="0">
            <a:spAutoFit/>
          </a:bodyPr>
          <a:lstStyle/>
          <a:p>
            <a:pPr marL="3444240">
              <a:lnSpc>
                <a:spcPct val="100000"/>
              </a:lnSpc>
              <a:spcBef>
                <a:spcPts val="135"/>
              </a:spcBef>
            </a:pPr>
            <a:r>
              <a:rPr sz="8000" spc="-100" dirty="0">
                <a:solidFill>
                  <a:srgbClr val="FFFFFF"/>
                </a:solidFill>
              </a:rPr>
              <a:t>A</a:t>
            </a:r>
            <a:r>
              <a:rPr sz="8000" spc="-905" dirty="0">
                <a:solidFill>
                  <a:srgbClr val="FFFFFF"/>
                </a:solidFill>
              </a:rPr>
              <a:t> </a:t>
            </a:r>
            <a:r>
              <a:rPr sz="8000" spc="-150" dirty="0">
                <a:solidFill>
                  <a:srgbClr val="FFFFFF"/>
                </a:solidFill>
              </a:rPr>
              <a:t>vous</a:t>
            </a:r>
            <a:r>
              <a:rPr sz="8000" spc="-869" dirty="0">
                <a:solidFill>
                  <a:srgbClr val="FFFFFF"/>
                </a:solidFill>
              </a:rPr>
              <a:t> </a:t>
            </a:r>
            <a:r>
              <a:rPr sz="8000" spc="-375" dirty="0">
                <a:solidFill>
                  <a:srgbClr val="FFFFFF"/>
                </a:solidFill>
              </a:rPr>
              <a:t>de</a:t>
            </a:r>
            <a:r>
              <a:rPr sz="8000" spc="-885" dirty="0">
                <a:solidFill>
                  <a:srgbClr val="FFFFFF"/>
                </a:solidFill>
              </a:rPr>
              <a:t> </a:t>
            </a:r>
            <a:r>
              <a:rPr sz="8000" spc="-575" dirty="0">
                <a:solidFill>
                  <a:srgbClr val="FFFFFF"/>
                </a:solidFill>
              </a:rPr>
              <a:t>jouer</a:t>
            </a:r>
            <a:r>
              <a:rPr sz="8000" spc="-844" dirty="0">
                <a:solidFill>
                  <a:srgbClr val="FFFFFF"/>
                </a:solidFill>
              </a:rPr>
              <a:t> </a:t>
            </a:r>
            <a:r>
              <a:rPr sz="8000" spc="-1019" dirty="0">
                <a:solidFill>
                  <a:srgbClr val="FFFFFF"/>
                </a:solidFill>
              </a:rPr>
              <a:t>!</a:t>
            </a:r>
            <a:endParaRPr sz="8000"/>
          </a:p>
        </p:txBody>
      </p:sp>
      <p:grpSp>
        <p:nvGrpSpPr>
          <p:cNvPr id="4" name="object 4"/>
          <p:cNvGrpSpPr/>
          <p:nvPr/>
        </p:nvGrpSpPr>
        <p:grpSpPr>
          <a:xfrm>
            <a:off x="849312" y="581025"/>
            <a:ext cx="10504805" cy="6275070"/>
            <a:chOff x="849312" y="581025"/>
            <a:chExt cx="10504805" cy="62750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6625" y="581025"/>
              <a:ext cx="133350" cy="1428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9050" y="809625"/>
              <a:ext cx="95250" cy="952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7575" y="1038225"/>
              <a:ext cx="133350" cy="1238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62012" y="3510026"/>
              <a:ext cx="0" cy="3346450"/>
            </a:xfrm>
            <a:custGeom>
              <a:avLst/>
              <a:gdLst/>
              <a:ahLst/>
              <a:cxnLst/>
              <a:rect l="l" t="t" r="r" b="b"/>
              <a:pathLst>
                <a:path h="3346450">
                  <a:moveTo>
                    <a:pt x="0" y="0"/>
                  </a:moveTo>
                  <a:lnTo>
                    <a:pt x="0" y="3346026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39450" y="5638800"/>
              <a:ext cx="152400" cy="1524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49025" y="6096000"/>
              <a:ext cx="104775" cy="1047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53700" y="6238875"/>
              <a:ext cx="95250" cy="952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1746</TotalTime>
  <Words>58</Words>
  <Application>Microsoft Macintosh PowerPoint</Application>
  <PresentationFormat>Grand écran</PresentationFormat>
  <Paragraphs>16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 MT</vt:lpstr>
      <vt:lpstr>Trebuchet MS</vt:lpstr>
      <vt:lpstr>Office Theme</vt:lpstr>
      <vt:lpstr>Formation 3 :</vt:lpstr>
      <vt:lpstr>Introduction au ML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Underfitting et Overfitting</vt:lpstr>
      <vt:lpstr>Evaluer un modèle de régression : </vt:lpstr>
      <vt:lpstr>Présentation PowerPoint</vt:lpstr>
      <vt:lpstr>Présentation PowerPoint</vt:lpstr>
      <vt:lpstr>Confusion Matrix</vt:lpstr>
      <vt:lpstr>A vous de jouer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3 :</dc:title>
  <cp:lastModifiedBy>nouroudine cisse</cp:lastModifiedBy>
  <cp:revision>3</cp:revision>
  <dcterms:created xsi:type="dcterms:W3CDTF">2025-10-21T09:22:31Z</dcterms:created>
  <dcterms:modified xsi:type="dcterms:W3CDTF">2025-10-22T16:03:45Z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2025-10-01T00:00:00Z</vt:filetime>
  </property>
  <property fmtid="{D5CDD505-2E9C-101B-9397-08002B2CF9AE}" pid="3" name="LastSaved">
    <vt:filetime>2025-10-21T00:00:00Z</vt:filetime>
  </property>
</Properties>
</file>